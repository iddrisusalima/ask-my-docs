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line, roughly:</a:t>
            </a:r>
          </a:p>
          <a:p/>
          <a:p>
            <a:r>
              <a:t>"Week 1 was the groundwork - turning text into numbers, and cutting documents</a:t>
            </a:r>
          </a:p>
          <a:p>
            <a:r>
              <a:t>into pieces. Both are working. I also found three things that changed how I plan</a:t>
            </a:r>
          </a:p>
          <a:p>
            <a:r>
              <a:t>to build weeks 2 and 3."</a:t>
            </a:r>
          </a:p>
          <a:p/>
          <a:p>
            <a:r>
              <a:t>Then be upfront: "Four things are still outstanding, all mine to finish, and</a:t>
            </a:r>
          </a:p>
          <a:p>
            <a:r>
              <a:t>they're on the last slide."</a:t>
            </a:r>
          </a:p>
          <a:p/>
          <a:p>
            <a:r>
              <a:t>Saying that at the start rather than the end makes everything in between more</a:t>
            </a:r>
          </a:p>
          <a:p>
            <a:r>
              <a:t>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about 30 seconds. It is orientation, not content.</a:t>
            </a:r>
          </a:p>
          <a:p/>
          <a:p>
            <a:r>
              <a:t>If he asks why no framework: a framework would have done all of week 1 in about</a:t>
            </a:r>
          </a:p>
          <a:p>
            <a:r>
              <a:t>four lines and I would not be able to explain any of them. A week is the cost;</a:t>
            </a:r>
          </a:p>
          <a:p>
            <a:r>
              <a:t>understanding the four lines is the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Raise this early. If he holds 4 October you lose a whole week, and you both need</a:t>
            </a:r>
          </a:p>
          <a:p>
            <a:r>
              <a:t>to know that at the start of the meeting, not the end.</a:t>
            </a:r>
          </a:p>
          <a:p/>
          <a:p>
            <a:r>
              <a:t>Have the answer ready for "what would you cut?": the optional extras go first -</a:t>
            </a:r>
          </a:p>
          <a:p>
            <a:r>
              <a:t>tuning top-k beyond a single comparison, and the Chroma-versus-Pinecone write-up.</a:t>
            </a:r>
          </a:p>
          <a:p>
            <a:r>
              <a:t>What I would not cut is citations, the no-answer handling, or the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your time on the highlighted row.</a:t>
            </a:r>
          </a:p>
          <a:p/>
          <a:p>
            <a:r>
              <a:t>"Those two sentences share no useful words at all. One says sourdough and</a:t>
            </a:r>
          </a:p>
          <a:p>
            <a:r>
              <a:t>weekend, the other says Saturdays and loaf from scratch. A keyword search scores</a:t>
            </a:r>
          </a:p>
          <a:p>
            <a:r>
              <a:t>that pair near zero. The model scored it 0.618, purely from meaning. That is the</a:t>
            </a:r>
          </a:p>
          <a:p>
            <a:r>
              <a:t>whole reason this project uses embeddings instead of search."</a:t>
            </a:r>
          </a:p>
          <a:p/>
          <a:p>
            <a:r>
              <a:t>Why a local model, if asked: Wednesday needed the whole corpus re-embedded</a:t>
            </a:r>
          </a:p>
          <a:p>
            <a:r>
              <a:t>repeatedly to compare chunk sizes. If I were paying per call I would have</a:t>
            </a:r>
          </a:p>
          <a:p>
            <a:r>
              <a:t>hesitated to re-run experiments, and that hesitation is the thing I most needed</a:t>
            </a:r>
          </a:p>
          <a:p>
            <a:r>
              <a:t>to avoid. OpenAI is wired up behind one setting if I want to compare later.</a:t>
            </a:r>
          </a:p>
          <a:p/>
          <a:p>
            <a:r>
              <a:t>Why hand-write cosine similarity: your brief says build manually, and I wanted to</a:t>
            </a:r>
          </a:p>
          <a:p>
            <a:r>
              <a:t>understand why you divide by the length of both - it cancels length out, so a</a:t>
            </a:r>
          </a:p>
          <a:p>
            <a:r>
              <a:t>short sentence and a long paragraph that mean the same thing still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THIS YOURSELF BEFORE THE MEETING. Three or four sentences, in your voice,</a:t>
            </a:r>
          </a:p>
          <a:p>
            <a:r>
              <a:t>replacing the placeholder line.</a:t>
            </a:r>
          </a:p>
          <a:p/>
          <a:p>
            <a:r>
              <a:t>The bullets are your raw material, not the answer.</a:t>
            </a:r>
          </a:p>
          <a:p/>
          <a:p>
            <a:r>
              <a:t>A shape to react to and then discard: an embedding model reads text and hands</a:t>
            </a:r>
          </a:p>
          <a:p>
            <a:r>
              <a:t>back coordinates on a map of meaning, where things that mean similar things sit</a:t>
            </a:r>
          </a:p>
          <a:p>
            <a:r>
              <a:t>close together. Say it your own way. He will ask a follow-up question, and that</a:t>
            </a:r>
          </a:p>
          <a:p>
            <a:r>
              <a:t>is exactly where borrowed wording collapses.</a:t>
            </a:r>
          </a:p>
          <a:p/>
          <a:p>
            <a:r>
              <a:t>If you genuinely run out of time, present the slide as unfinished and say so.</a:t>
            </a:r>
          </a:p>
          <a:p>
            <a:r>
              <a:t>That is far better than reciting a sentence you cannot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of the week. Go slowly.</a:t>
            </a:r>
          </a:p>
          <a:p/>
          <a:p>
            <a:r>
              <a:t>Row 1: the sentence is in the document. It got split down the middle, so half is</a:t>
            </a:r>
          </a:p>
          <a:p>
            <a:r>
              <a:t>in one chunk and half in the next. Neither half is complete enough to match a</a:t>
            </a:r>
          </a:p>
          <a:p>
            <a:r>
              <a:t>question about it. So the fact is in my notes and my tool cannot find it - and</a:t>
            </a:r>
          </a:p>
          <a:p>
            <a:r>
              <a:t>nothing anywhere reports an error. The answers just quietly get worse.</a:t>
            </a:r>
          </a:p>
          <a:p/>
          <a:p>
            <a:r>
              <a:t>Then the subtle bit, which is the part worth knowing:</a:t>
            </a:r>
          </a:p>
          <a:p/>
          <a:p>
            <a:r>
              <a:t>Row 2 fixes it by luck. My splitter looks backwards for a sentence ending, and</a:t>
            </a:r>
          </a:p>
          <a:p>
            <a:r>
              <a:t>this time it found one before the fact. That only works when the text happens to</a:t>
            </a:r>
          </a:p>
          <a:p>
            <a:r>
              <a:t>have punctuation in the right place.</a:t>
            </a:r>
          </a:p>
          <a:p/>
          <a:p>
            <a:r>
              <a:t>Row 3 fixes it deliberately. Overlap does not depend on the text cooperating.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tradeoff in one sentence: small chunks match precisely but may leave out</a:t>
            </a:r>
          </a:p>
          <a:p>
            <a:r>
              <a:t>context the answer needs; big chunks carry their context along but dilute the</a:t>
            </a:r>
          </a:p>
          <a:p>
            <a:r>
              <a:t>match, because one relevant sentence gets averaged in with paragraphs of</a:t>
            </a:r>
          </a:p>
          <a:p>
            <a:r>
              <a:t>unrelated material.</a:t>
            </a:r>
          </a:p>
          <a:p/>
          <a:p>
            <a:r>
              <a:t>That is the answer to your self-check question about why chunk size affects</a:t>
            </a:r>
          </a:p>
          <a:p>
            <a:r>
              <a:t>quality.</a:t>
            </a:r>
          </a:p>
          <a:p/>
          <a:p>
            <a:r>
              <a:t>Say "provisional" out loud. 500 with 100 overlap is defensible from what I have -</a:t>
            </a:r>
          </a:p>
          <a:p>
            <a:r>
              <a:t>it held a complete thought without swallowing a whole table, and the overlap</a:t>
            </a:r>
          </a:p>
          <a:p>
            <a:r>
              <a:t>rescued the fact from the previous slide. But the only real test is whether</a:t>
            </a:r>
          </a:p>
          <a:p>
            <a:r>
              <a:t>answers are good, and that is next week. Every number I have so far is a stand-in</a:t>
            </a:r>
          </a:p>
          <a:p>
            <a:r>
              <a:t>for that.</a:t>
            </a:r>
          </a:p>
          <a:p/>
          <a:p>
            <a:r>
              <a:t>If asked about cost: the overlap means I store about 1.26 times my actual text,</a:t>
            </a:r>
          </a:p>
          <a:p>
            <a:r>
              <a:t>because a quarter of what I save is a second copy. Irrelevant at this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"do I understand how a vector database finds similar</a:t>
            </a:r>
          </a:p>
          <a:p>
            <a:r>
              <a:t>chunks". Most people answer by naming the algorithm. Answering by explaining that</a:t>
            </a:r>
          </a:p>
          <a:p>
            <a:r>
              <a:t>the database is less accurate than brute force shows you actually understand what</a:t>
            </a:r>
          </a:p>
          <a:p>
            <a:r>
              <a:t>it does.</a:t>
            </a:r>
          </a:p>
          <a:p/>
          <a:p>
            <a:r>
              <a:t>Add: at 155 chunks my loop takes 15 milliseconds, so the database buys me nothing</a:t>
            </a:r>
          </a:p>
          <a:p>
            <a:r>
              <a:t>on speed today. What it does buy me is that the index survives restarting - right</a:t>
            </a:r>
          </a:p>
          <a:p>
            <a:r>
              <a:t>now every run re-embeds everything first, which takes 30 seconds before I can ask</a:t>
            </a:r>
          </a:p>
          <a:p>
            <a:r>
              <a:t>anything.</a:t>
            </a:r>
          </a:p>
          <a:p/>
          <a:p>
            <a:r>
              <a:t>That is a better reason to adopt it than speed, and it is the honest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your answer to the self-check item about handling a question with no good</a:t>
            </a:r>
          </a:p>
          <a:p>
            <a:r>
              <a:t>answer, and it is the most useful thing I found all week.</a:t>
            </a:r>
          </a:p>
          <a:p/>
          <a:p>
            <a:r>
              <a:t>Two points.</a:t>
            </a:r>
          </a:p>
          <a:p/>
          <a:p>
            <a:r>
              <a:t>First, the search always returns results. There is no such thing as "no match" -</a:t>
            </a:r>
          </a:p>
          <a:p>
            <a:r>
              <a:t>it hands back the closest five whatever you ask.</a:t>
            </a:r>
          </a:p>
          <a:p/>
          <a:p>
            <a:r>
              <a:t>Second, the reason it scored 0.339: my question said Sundays, and the chunk it</a:t>
            </a:r>
          </a:p>
          <a:p>
            <a:r>
              <a:t>found contains "Sun Oct 4" from a schedule. The model is right that those are</a:t>
            </a:r>
          </a:p>
          <a:p>
            <a:r>
              <a:t>related in meaning. It has no idea whether being related actually answers the</a:t>
            </a:r>
          </a:p>
          <a:p>
            <a:r>
              <a:t>question.</a:t>
            </a:r>
          </a:p>
          <a:p/>
          <a:p>
            <a:r>
              <a:t>Now the conclusion. On Monday, related sentences scored 0.617 and unrelated ones</a:t>
            </a:r>
          </a:p>
          <a:p>
            <a:r>
              <a:t>0.031, so a cut-off looked easy. Against a real set of notes the usable gap is</a:t>
            </a:r>
          </a:p>
          <a:p>
            <a:r>
              <a:t>0.027 - twenty times narrower. With a few hundred chunks, something is always</a:t>
            </a:r>
          </a:p>
          <a:p>
            <a:r>
              <a:t>somewhat close to anything you ask. So I need two defences: a score cut-off, and</a:t>
            </a:r>
          </a:p>
          <a:p>
            <a:r>
              <a:t>a prompt that lets the model say it cannot find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this plainly, no softening.</a:t>
            </a:r>
          </a:p>
          <a:p/>
          <a:p>
            <a:r>
              <a:t>Be honest about the test set: all my measurements so far ran against this</a:t>
            </a:r>
          </a:p>
          <a:p>
            <a:r>
              <a:t>project's own documentation, because my notes folder is still empty. The numbers</a:t>
            </a:r>
          </a:p>
          <a:p>
            <a:r>
              <a:t>are real but they describe the wrong documents. I need to re-run everything on my</a:t>
            </a:r>
          </a:p>
          <a:p>
            <a:r>
              <a:t>own notes, and the README has to describe the set I actually ship.</a:t>
            </a:r>
          </a:p>
          <a:p/>
          <a:p>
            <a:r>
              <a:t>The three explanations are: what an embedding is, why splitting documents</a:t>
            </a:r>
          </a:p>
          <a:p>
            <a:r>
              <a:t>matters, and what semantic search means in plain language.</a:t>
            </a:r>
          </a:p>
          <a:p/>
          <a:p>
            <a:r>
              <a:t>Close by handing him the decision from slide 3. "So the one thing I need from you</a:t>
            </a:r>
          </a:p>
          <a:p>
            <a:r>
              <a:t>is the deadline - 4 October or 11 October?" That makes the meeting useful rather</a:t>
            </a:r>
          </a:p>
          <a:p>
            <a:r>
              <a:t>than just a status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57400"/>
            <a:ext cx="12191695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28600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1A1A1A"/>
                </a:solidFill>
                <a:latin typeface="Segoe UI"/>
              </a:defRPr>
            </a:pPr>
            <a:r>
              <a:t>Ask My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154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F4E79"/>
                </a:solidFill>
                <a:latin typeface="Segoe UI"/>
              </a:defRPr>
            </a:pPr>
            <a:r>
              <a:t>Week 1 review — embeddings and chunking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  <a:latin typeface="Segoe UI"/>
              </a:defRPr>
            </a:pPr>
            <a:r>
              <a:t>Mon 21 – Sun 27 Sep 2026   ·   A question-answering tool over my own notes, built without a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What the tool will do, and where I 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Goal: ask questions about my own notes, answered only from those notes</a:t>
            </a:r>
          </a:p>
          <a:p>
            <a:pPr>
              <a:spcAft>
                <a:spcPts val="1400"/>
              </a:spcAft>
              <a:defRPr sz="2000" b="0">
                <a:solidFill>
                  <a:srgbClr val="1A1A1A"/>
                </a:solidFill>
                <a:latin typeface="Segoe UI"/>
              </a:defRPr>
            </a:pPr>
            <a:r>
              <a:t>•  Five stages, each written by hand: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chunk  →  embed  →  store  →  retrieve  →  generate</a:t>
            </a:r>
          </a:p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Week 1 delivered the first two, plus a working search</a:t>
            </a:r>
          </a:p>
          <a:p>
            <a:pPr>
              <a:spcAft>
                <a:spcPts val="1400"/>
              </a:spcAft>
              <a:defRPr sz="2000" b="0">
                <a:solidFill>
                  <a:srgbClr val="1A1A1A"/>
                </a:solidFill>
                <a:latin typeface="Segoe UI"/>
              </a:defRPr>
            </a:pPr>
            <a:r>
              <a:t>•  No LangChain or LlamaIndex — your brief asks for it built manually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Repo: ask-my-docs · 4 commits · Python, a free local embedding model, no API key needed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DECISION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One thing I need you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The brief's dates are a week out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It says start Mon 14 Sep, deadline Sun 4 Oct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I actually started Mon 21 Sep</a:t>
            </a:r>
          </a:p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So my weeks are 21–27 Sep, 28 Sep–4 Oct, 5–11 Oct</a:t>
            </a:r>
          </a:p>
          <a:p>
            <a:pPr>
              <a:spcAft>
                <a:spcPts val="1400"/>
              </a:spcAft>
              <a:defRPr sz="2000" b="0">
                <a:solidFill>
                  <a:srgbClr val="1A1A1A"/>
                </a:solidFill>
                <a:latin typeface="Segoe UI"/>
              </a:defRPr>
            </a:pPr>
            <a:r>
              <a:t>•  That puts your 4 Oct deadline at the end of my Week 2</a:t>
            </a:r>
          </a:p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Does the deadline move to 11 Oct, or stay at 4 Oct?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Your brief says adjusting scope is easy in week 1 and hard on the final Sunday — so I'm asking 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MON–TUE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Embeddings: does this actually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Segoe UI"/>
              </a:defRPr>
            </a:pPr>
            <a:r>
              <a:t>I chose a free local model (all-MiniLM-L6-v2) so re-running experiments costs nothing.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13432"/>
          <a:ext cx="10637214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1078"/>
                <a:gridCol w="2026136"/>
              </a:tblGrid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compared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Three sentences that all mean "I bake at weekends"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0.617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Three sentences on unrelated topics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"sourdough every weekend" vs "Saturdays, a loaf from scratch"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0.618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The highlighted pair shares no useful words at all — a keyword search would score it near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MON–TUE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What an embedding is — in my own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A1A1A"/>
                </a:solidFill>
                <a:latin typeface="Segoe UI"/>
              </a:defRPr>
            </a:pPr>
            <a:r>
              <a:t>•  [ I fill this in before presenting ]</a:t>
            </a:r>
          </a:p>
          <a:p>
            <a:pPr>
              <a:defRPr sz="800"/>
            </a:pPr>
          </a:p>
          <a:p>
            <a:pPr>
              <a:spcAft>
                <a:spcPts val="1400"/>
              </a:spcAft>
              <a:defRPr sz="2000" b="1">
                <a:solidFill>
                  <a:srgbClr val="1A1A1A"/>
                </a:solidFill>
                <a:latin typeface="Segoe UI"/>
              </a:defRPr>
            </a:pPr>
            <a:r>
              <a:t>Your self-check: explain it without using "vector" as a cop-out</a:t>
            </a:r>
          </a:p>
          <a:p>
            <a:pPr>
              <a:spcAft>
                <a:spcPts val="1400"/>
              </a:spcAft>
              <a:defRPr sz="2000" b="0">
                <a:solidFill>
                  <a:srgbClr val="1A1A1A"/>
                </a:solidFill>
                <a:latin typeface="Segoe UI"/>
              </a:defRPr>
            </a:pPr>
            <a:r>
              <a:t>•  What I have to work with: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7 characters in and 196 characters in both give exactly 384 numbers out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Two sentences with no shared words scored 0.618</a:t>
            </a:r>
          </a:p>
          <a:p>
            <a:pPr lvl="1">
              <a:spcAft>
                <a:spcPts val="1400"/>
              </a:spcAft>
              <a:defRPr sz="1700" b="0">
                <a:solidFill>
                  <a:srgbClr val="666666"/>
                </a:solidFill>
                <a:latin typeface="Segoe UI"/>
              </a:defRPr>
            </a:pPr>
            <a:r>
              <a:t>–  The numbers mean nothing alone — only their positions relative to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Left blank on purpose — this one has to be mine, or it falls apart when you ask a follow-up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WED–THU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Why chunking needs care: a fact that vanished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Segoe UI"/>
              </a:defRPr>
            </a:pPr>
            <a:r>
              <a:t>I hid one sentence so that a 500-character cut would land in the middle of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13432"/>
          <a:ext cx="10637215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2329"/>
                <a:gridCol w="4254886"/>
              </a:tblGrid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 cut the document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can the fact be found?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500 characters, no overlap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NO — it is in no chunk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500 characters, cut at sentence 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500 characters, with 100 overlapping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Overlap means each chunk repeats the last 100 characters of the one before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WED–THU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Picking a chunk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Segoe UI"/>
              </a:defRPr>
            </a:pPr>
            <a:r>
              <a:t>Same document, cut three ways. Small chunks are precise; big chunks drag in clutter.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13432"/>
          <a:ext cx="10637213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4925"/>
                <a:gridCol w="1849950"/>
                <a:gridCol w="6012338"/>
              </a:tblGrid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 size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chunks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one chunk held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300 characters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one idea, nothing else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500 characters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155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one idea + start of a table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1500 characters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the idea, a whole table, 2 more sections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My choice for now: 500 characters with 100 overlap — provisional until Week 2 tests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FRI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Friday: I built search with no database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93392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7B3C"/>
                </a:solidFill>
                <a:latin typeface="Segoe UI"/>
              </a:defRPr>
            </a:pPr>
            <a:r>
              <a:t>The database is less accurate than my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90672"/>
            <a:ext cx="1063721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900">
                <a:solidFill>
                  <a:srgbClr val="1A1A1A"/>
                </a:solidFill>
                <a:latin typeface="Segoe UI"/>
              </a:defRPr>
            </a:pPr>
            <a:r>
              <a:t>I embedded all 155 chunks into a plain Python list and searched it with a loop.</a:t>
            </a:r>
          </a:p>
          <a:p>
            <a:pPr>
              <a:spcAft>
                <a:spcPts val="1500"/>
              </a:spcAft>
              <a:defRPr sz="1900">
                <a:solidFill>
                  <a:srgbClr val="1A1A1A"/>
                </a:solidFill>
                <a:latin typeface="Segoe UI"/>
              </a:defRPr>
            </a:pPr>
            <a:r>
              <a:t>My loop compares every chunk, so it cannot miss a match. It is exact.</a:t>
            </a:r>
          </a:p>
          <a:p>
            <a:pPr>
              <a:spcAft>
                <a:spcPts val="1500"/>
              </a:spcAft>
              <a:defRPr sz="1900">
                <a:solidFill>
                  <a:srgbClr val="1A1A1A"/>
                </a:solidFill>
                <a:latin typeface="Segoe UI"/>
              </a:defRPr>
            </a:pPr>
            <a:r>
              <a:t>Chroma, which I add next week, deliberately skips most comparisons.</a:t>
            </a:r>
          </a:p>
          <a:p>
            <a:pPr>
              <a:spcAft>
                <a:spcPts val="1500"/>
              </a:spcAft>
              <a:defRPr sz="1900">
                <a:solidFill>
                  <a:srgbClr val="1A1A1A"/>
                </a:solidFill>
                <a:latin typeface="Segoe UI"/>
              </a:defRPr>
            </a:pPr>
            <a:r>
              <a:t>It trades a small chance of missing a match for speed that holds up as notes grow.</a:t>
            </a:r>
          </a:p>
          <a:p>
            <a:pPr>
              <a:spcAft>
                <a:spcPts val="1500"/>
              </a:spcAft>
              <a:defRPr sz="1900">
                <a:solidFill>
                  <a:srgbClr val="1A1A1A"/>
                </a:solidFill>
                <a:latin typeface="Segoe UI"/>
              </a:defRPr>
            </a:pPr>
            <a:r>
              <a:t>I assumed a real database meant better. It means faster, and slightly less reliable.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FRI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Asking a question my notes cannot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Segoe UI"/>
              </a:defRPr>
            </a:pPr>
            <a:r>
              <a:t>The search still returned five chunks. It always returns something.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13432"/>
          <a:ext cx="10637214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04544"/>
                <a:gridCol w="2532670"/>
              </a:tblGrid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 asked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best score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"What time does the corner shop close on Sundays?"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0.339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The weakest score from a real, answerable question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0.366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Gap between them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0.027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So cutting off low scores is necessary but not enough — Week 3's prompt must also allow "I don't know"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9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86384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1A"/>
                </a:solidFill>
                <a:latin typeface="Segoe UI"/>
              </a:defRPr>
            </a:pPr>
            <a:r>
              <a:t>Where I stand, and what is left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499616"/>
            <a:ext cx="10637215" cy="1905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  <a:latin typeface="Segoe UI"/>
              </a:defRPr>
            </a:pPr>
            <a:r>
              <a:t>Next week: Chroma, retrieval, and tuning how many chunks to fetch per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13432"/>
          <a:ext cx="10637214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83328"/>
                <a:gridCol w="2853886"/>
              </a:tblGrid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Embeddings working, similarity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Chunking with overlap, sizes compared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t>All chunks embedded and searchable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Add 5–10 of my own notes as the test set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Segoe UI"/>
                        </a:defRPr>
                      </a:pPr>
                      <a:r>
                        <a:t>Write my three explanations in my own words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B32D2D"/>
                          </a:solidFill>
                          <a:latin typeface="Consolas"/>
                        </a:defRPr>
                      </a:pPr>
                      <a:r>
                        <a:t>STILL TO DO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03504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66666"/>
                </a:solidFill>
                <a:latin typeface="Segoe UI"/>
              </a:defRPr>
            </a:pPr>
            <a:r>
              <a:t>Both outstanding items are mine — nothing is blocked on anyone else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