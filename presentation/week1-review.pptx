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One sentence on what the project is, then move.</a:t>
            </a:r>
          </a:p>
          <a:p/>
          <a:p>
            <a:r>
              <a:t>"Week 1 was about the two stages that come before anything clever happens:</a:t>
            </a:r>
          </a:p>
          <a:p>
            <a:r>
              <a:t>turning text into numbers, and deciding how to cut documents up. I have working</a:t>
            </a:r>
          </a:p>
          <a:p>
            <a:r>
              <a:t>code for both, and three results that changed how I plan to build weeks 2 and 3."</a:t>
            </a:r>
          </a:p>
          <a:p/>
          <a:p>
            <a:r>
              <a:t>Then say what is NOT done, up front, so it doesn't look like you're hiding it:</a:t>
            </a:r>
          </a:p>
          <a:p>
            <a:r>
              <a:t>the test dataset and three written explanations. Volunteering that early buys</a:t>
            </a:r>
          </a:p>
          <a:p>
            <a:r>
              <a:t>credibility for everything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"no framework" point matters to your mentor - it's in his brief. Say it</a:t>
            </a:r>
          </a:p>
          <a:p>
            <a:r>
              <a:t>explicitly.</a:t>
            </a:r>
          </a:p>
          <a:p/>
          <a:p>
            <a:r>
              <a:t>If asked why no framework: a framework would have done all of week 1 in about</a:t>
            </a:r>
          </a:p>
          <a:p>
            <a:r>
              <a:t>four lines, and I would not be able to explain any of them. The cost of the</a:t>
            </a:r>
          </a:p>
          <a:p>
            <a:r>
              <a:t>manual version is a week; the benefit is that I now know what the four lines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this first, not last. If he holds 4 October firm you lose a whole week and</a:t>
            </a:r>
          </a:p>
          <a:p>
            <a:r>
              <a:t>week 3 has to be cut down, and you both need to know that today.</a:t>
            </a:r>
          </a:p>
          <a:p/>
          <a:p>
            <a:r>
              <a:t>Have a fallback ready so you're not just presenting a problem: if 4 Oct is firm,</a:t>
            </a:r>
          </a:p>
          <a:p>
            <a:r>
              <a:t>the cut is the optional extras - citations stay, the no-answer handling stays,</a:t>
            </a:r>
          </a:p>
          <a:p>
            <a:r>
              <a:t>the polish and demo video stay. What goes is any top-k tuning beyond a single</a:t>
            </a:r>
          </a:p>
          <a:p>
            <a:r>
              <a:t>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reasoning is the interesting part, not the choice. Anyone can pick a model;</a:t>
            </a:r>
          </a:p>
          <a:p>
            <a:r>
              <a:t>explaining that you picked it to keep experiments free is the sign you thought</a:t>
            </a:r>
          </a:p>
          <a:p>
            <a:r>
              <a:t>about the week ahead.</a:t>
            </a:r>
          </a:p>
          <a:p/>
          <a:p>
            <a:r>
              <a:t>If he asks about quality: MiniLM is smaller and weaker than text-embedding-3-small.</a:t>
            </a:r>
          </a:p>
          <a:p>
            <a:r>
              <a:t>For a few hundred chunks of my own notes that has not been the limiting factor -</a:t>
            </a:r>
          </a:p>
          <a:p>
            <a:r>
              <a:t>chunk size and top-k matter far more. And I can switch in one line to test that</a:t>
            </a:r>
          </a:p>
          <a:p>
            <a:r>
              <a:t>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row, not all eight. Best choice is A1 vs A2.</a:t>
            </a:r>
          </a:p>
          <a:p/>
          <a:p>
            <a:r>
              <a:t>"I bake sourdough bread every weekend" against "Most Saturdays you will find me</a:t>
            </a:r>
          </a:p>
          <a:p>
            <a:r>
              <a:t>making a loaf from scratch". Those two share no useful keywords at all. Keyword</a:t>
            </a:r>
          </a:p>
          <a:p>
            <a:r>
              <a:t>search scores that pair near zero. The model gave it 0.62, purely from meaning.</a:t>
            </a:r>
          </a:p>
          <a:p/>
          <a:p>
            <a:r>
              <a:t>If he asks why you hand-wrote cosine similarity: the brief says build manually,</a:t>
            </a:r>
          </a:p>
          <a:p>
            <a:r>
              <a:t>and I wanted to understand why you divide by both magnitudes - it cancels length</a:t>
            </a:r>
          </a:p>
          <a:p>
            <a:r>
              <a:t>out, so a short sentence and a long paragraph that mean the same thing still</a:t>
            </a:r>
          </a:p>
          <a:p>
            <a:r>
              <a:t>score as similar.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strongest week-1 slide. It shows you drew a design conclusion from</a:t>
            </a:r>
          </a:p>
          <a:p>
            <a:r>
              <a:t>a measurement rather than just reporting the measurement.</a:t>
            </a:r>
          </a:p>
          <a:p/>
          <a:p>
            <a:r>
              <a:t>It also sets up Friday, where this conclusion gets tested against a real corpus</a:t>
            </a:r>
          </a:p>
          <a:p>
            <a:r>
              <a:t>and turns out to be even more important than it looks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THIS IN YOURSELF BEFORE PRESENTING. Do not present the slide as-is.</a:t>
            </a:r>
          </a:p>
          <a:p/>
          <a:p>
            <a:r>
              <a:t>The bullets underneath are the raw material, not the answer. Write three or four</a:t>
            </a:r>
          </a:p>
          <a:p>
            <a:r>
              <a:t>sentences in your own voice and replace the placeholder line. If you present this</a:t>
            </a:r>
          </a:p>
          <a:p>
            <a:r>
              <a:t>blank, say plainly that you are still working on the phrasing rather than</a:t>
            </a:r>
          </a:p>
          <a:p>
            <a:r>
              <a:t>pretending the slide is finished.</a:t>
            </a:r>
          </a:p>
          <a:p/>
          <a:p>
            <a:r>
              <a:t>A rough shape to react to, not to copy: an embedding model reads text and returns</a:t>
            </a:r>
          </a:p>
          <a:p>
            <a:r>
              <a:t>coordinates on a map of meaning, where things that mean similar things sit near</a:t>
            </a:r>
          </a:p>
          <a:p>
            <a:r>
              <a:t>each other. Find your own way to say it - he will ask a follow-up, and the</a:t>
            </a:r>
          </a:p>
          <a:p>
            <a:r>
              <a:t>follow-up is where borrowed wording falls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brief - it's the "yes, the code exists" slide. The next one is</a:t>
            </a:r>
          </a:p>
          <a:p>
            <a:r>
              <a:t>the one worth spending time on.</a:t>
            </a:r>
          </a:p>
          <a:p/>
          <a:p>
            <a:r>
              <a:t>If he asks why characters rather than tokens: characters are directly observable,</a:t>
            </a:r>
          </a:p>
          <a:p>
            <a:r>
              <a:t>I can look at a 500-character chunk and see exactly what is in it. Token-based</a:t>
            </a:r>
          </a:p>
          <a:p>
            <a:r>
              <a:t>chunking is the better production choice because context limits are counted in</a:t>
            </a:r>
          </a:p>
          <a:p>
            <a:r>
              <a:t>tokens, and I note that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centrepiece of Wednesday. Spend real time here.</a:t>
            </a:r>
          </a:p>
          <a:p/>
          <a:p>
            <a:r>
              <a:t>Row 1: the fact is present in the document, split across two chunks, and</a:t>
            </a:r>
          </a:p>
          <a:p>
            <a:r>
              <a:t>therefore whole in neither. No question can retrieve it. Each half is too</a:t>
            </a:r>
          </a:p>
          <a:p>
            <a:r>
              <a:t>incomplete to score well. And nothing in the system reports a problem - the</a:t>
            </a:r>
          </a:p>
          <a:p>
            <a:r>
              <a:t>answers just quietly get worse. That is the worst kind of bug.</a:t>
            </a:r>
          </a:p>
          <a:p/>
          <a:p>
            <a:r>
              <a:t>Row 2 versus row 3 is the subtle bit, and the part I'd lead with if he pushes:</a:t>
            </a:r>
          </a:p>
          <a:p>
            <a:r>
              <a:t>row 2 fixes it by luck, because the splitter happened to find a sentence break</a:t>
            </a:r>
          </a:p>
          <a:p>
            <a:r>
              <a:t>before the fact. That only works when your text has punctuation near the</a:t>
            </a:r>
          </a:p>
          <a:p>
            <a:r>
              <a:t>boundary. Row 3 fixes it on purpose. Overlap does not depend on the text</a:t>
            </a:r>
          </a:p>
          <a:p>
            <a:r>
              <a:t>cooperating.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point at, then move on. Don't read the table.</a:t>
            </a:r>
          </a:p>
          <a:p/>
          <a:p>
            <a:r>
              <a:t>One: at zero overlap, characters in equals characters out exactly - 55,598 both</a:t>
            </a:r>
          </a:p>
          <a:p>
            <a:r>
              <a:t>sides. That's a sanity check that the splitter neither loses nor invents text.</a:t>
            </a:r>
          </a:p>
          <a:p/>
          <a:p>
            <a:r>
              <a:t>Two: 20% overlap consistently costs about 1.26x storage. A quarter of what I</a:t>
            </a:r>
          </a:p>
          <a:p>
            <a:r>
              <a:t>embed is a duplicate of something already stored.</a:t>
            </a:r>
          </a:p>
          <a:p/>
          <a:p>
            <a:r>
              <a:t>Three: the min column at 500/0 is 23 characters. That's a leftover file tail</a:t>
            </a:r>
          </a:p>
          <a:p>
            <a:r>
              <a:t>carrying almost no meaning. If my notes include lots of short files I'll get lots</a:t>
            </a:r>
          </a:p>
          <a:p>
            <a:r>
              <a:t>of near-useless tail chunks - something to watch for when I swap in the real</a:t>
            </a:r>
          </a:p>
          <a:p>
            <a:r>
              <a:t>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his self-check question "can I explain why chunk size</a:t>
            </a:r>
          </a:p>
          <a:p>
            <a:r>
              <a:t>affects the quality of retrieved context". Say the tradeoff out loud: precision</a:t>
            </a:r>
          </a:p>
          <a:p>
            <a:r>
              <a:t>versus context.</a:t>
            </a:r>
          </a:p>
          <a:p/>
          <a:p>
            <a:r>
              <a:t>Say "provisional" deliberately. 500/100 is defensible from the evidence I have -</a:t>
            </a:r>
          </a:p>
          <a:p>
            <a:r>
              <a:t>it held a complete thought without swallowing an unrelated table, and 100 of</a:t>
            </a:r>
          </a:p>
          <a:p>
            <a:r>
              <a:t>overlap rescued the planted fact. But retrieval quality against real questions is</a:t>
            </a:r>
          </a:p>
          <a:p>
            <a:r>
              <a:t>the only test that matters, and that's next week. Every number I have so far is a</a:t>
            </a:r>
          </a:p>
          <a:p>
            <a:r>
              <a:t>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Friday is not the code, it's what the code taught you. Set that up</a:t>
            </a:r>
          </a:p>
          <a:p>
            <a:r>
              <a:t>here and deliver it on the next slide.</a:t>
            </a:r>
          </a:p>
          <a:p/>
          <a:p>
            <a:r>
              <a:t>Worth mentioning: my first version timed question-embedding and store-scanning</a:t>
            </a:r>
          </a:p>
          <a:p>
            <a:r>
              <a:t>together and divided by chunk count. Embedding is a fixed cost - 65% of the total</a:t>
            </a:r>
          </a:p>
          <a:p>
            <a:r>
              <a:t>at this size - so that inflated the per-comparison figure about 3x and made my</a:t>
            </a:r>
          </a:p>
          <a:p>
            <a:r>
              <a:t>scaling projection wrong. Mixing a fixed cost into a per-item measurement makes</a:t>
            </a:r>
          </a:p>
          <a:p>
            <a:r>
              <a:t>small corpora look slow and large ones look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answer to "do I understand how a vector database finds similar</a:t>
            </a:r>
          </a:p>
          <a:p>
            <a:r>
              <a:t>chunks". Most people answer that question by naming HNSW. Answering it by saying</a:t>
            </a:r>
          </a:p>
          <a:p>
            <a:r>
              <a:t>the database is less accurate than a brute-force scan shows you actually</a:t>
            </a:r>
          </a:p>
          <a:p>
            <a:r>
              <a:t>understand the mechanism.</a:t>
            </a:r>
          </a:p>
          <a:p/>
          <a:p>
            <a:r>
              <a:t>At 155 chunks the loop is instant and Chroma would be pure overhead. I'm adopting</a:t>
            </a:r>
          </a:p>
          <a:p>
            <a:r>
              <a:t>it next week because the brief asks for it and because persistence across restarts</a:t>
            </a:r>
          </a:p>
          <a:p>
            <a:r>
              <a:t>is genuinely useful - not because my search was too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useful thing I found all week, and it directly answers his</a:t>
            </a:r>
          </a:p>
          <a:p>
            <a:r>
              <a:t>self-check item about handling a question with no good answer.</a:t>
            </a:r>
          </a:p>
          <a:p/>
          <a:p>
            <a:r>
              <a:t>The scan still returned three chunks. A linear scan always returns its top-k -</a:t>
            </a:r>
          </a:p>
          <a:p>
            <a:r>
              <a:t>there is no such thing as "no result".</a:t>
            </a:r>
          </a:p>
          <a:p/>
          <a:p>
            <a:r>
              <a:t>The top hit scored 0.34 because the question says Sundays and that chunk contains</a:t>
            </a:r>
          </a:p>
          <a:p>
            <a:r>
              <a:t>Sun Oct 4. The model is doing its job: those really are related in meaning. It has</a:t>
            </a:r>
          </a:p>
          <a:p>
            <a:r>
              <a:t>no concept of whether the relation answers the question.</a:t>
            </a:r>
          </a:p>
          <a:p/>
          <a:p>
            <a:r>
              <a:t>Then the conclusion: a score floor does separate good from bad here, but by only</a:t>
            </a:r>
          </a:p>
          <a:p>
            <a:r>
              <a:t>0.027. With a few hundred chunks, something is always somewhat close to anything.</a:t>
            </a:r>
          </a:p>
          <a:p>
            <a:r>
              <a:t>So a floor is necessary but not sufficient - the prompt in week 3 has to give the</a:t>
            </a:r>
          </a:p>
          <a:p>
            <a:r>
              <a:t>model permission to refuse. Two independent defences, because neither is reliable</a:t>
            </a:r>
          </a:p>
          <a:p>
            <a:r>
              <a:t>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tied scores are the detail worth pointing out. It's not that keyword search</a:t>
            </a:r>
          </a:p>
          <a:p>
            <a:r>
              <a:t>ranked badly - it couldn't rank at all. Three chunks, identical score, arbitrary</a:t>
            </a:r>
          </a:p>
          <a:p>
            <a:r>
              <a:t>order.</a:t>
            </a:r>
          </a:p>
          <a:p/>
          <a:p>
            <a:r>
              <a:t>Include the honest limit. If you claim semantic search "won" and he asks you to</a:t>
            </a:r>
          </a:p>
          <a:p>
            <a:r>
              <a:t>justify it from these three results, you can't - the corpus is specification</a:t>
            </a:r>
          </a:p>
          <a:p>
            <a:r>
              <a:t>boilerplate, not notes. Saying so first is stronger than being caught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 this slide. It's evidence you ran the code against awkward input rather</a:t>
            </a:r>
          </a:p>
          <a:p>
            <a:r>
              <a:t>than only the happy path, and mentors trust a presenter who volunteers their own</a:t>
            </a:r>
          </a:p>
          <a:p>
            <a:r>
              <a:t>bugs.</a:t>
            </a:r>
          </a:p>
          <a:p/>
          <a:p>
            <a:r>
              <a:t>The UTF-8 one has a nice moral: the logic was right and the display was wrong,</a:t>
            </a:r>
          </a:p>
          <a:p>
            <a:r>
              <a:t>which is a category of bug I'd not have found without real documents containing</a:t>
            </a:r>
          </a:p>
          <a:p>
            <a:r>
              <a:t>real punctuation.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soften this. Present it plainly.</a:t>
            </a:r>
          </a:p>
          <a:p/>
          <a:p>
            <a:r>
              <a:t>The dataset is the real blocker: every number in this deck describes an interim</a:t>
            </a:r>
          </a:p>
          <a:p>
            <a:r>
              <a:t>corpus of the project's own documentation, used because sample-notes was still</a:t>
            </a:r>
          </a:p>
          <a:p>
            <a:r>
              <a:t>empty. The sweep has to be re-run on the notes I actually ship, and the README has</a:t>
            </a:r>
          </a:p>
          <a:p>
            <a:r>
              <a:t>to describe that dataset.</a:t>
            </a:r>
          </a:p>
          <a:p/>
          <a:p>
            <a:r>
              <a:t>One honest detail if he asks why I used that stand-in: it's a poor benchmark</a:t>
            </a:r>
          </a:p>
          <a:p>
            <a:r>
              <a:t>beyond being the wrong data, because it's self-modifying - editing the project</a:t>
            </a:r>
          </a:p>
          <a:p>
            <a:r>
              <a:t>docs changes the thing being measured. An earlier run reported 53,852 characters</a:t>
            </a:r>
          </a:p>
          <a:p>
            <a:r>
              <a:t>and 149 chunks; after I edited three files the same command reported 55,598 and</a:t>
            </a:r>
          </a:p>
          <a:p>
            <a:r>
              <a:t>155. Chunk counts are a property of the corpus, not the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by handing him the two decisions. It's a short, concrete ask and it makes the</a:t>
            </a:r>
          </a:p>
          <a:p>
            <a:r>
              <a:t>meeting useful rather than just a status report.</a:t>
            </a:r>
          </a:p>
          <a:p/>
          <a:p>
            <a:r>
              <a:t>If he asks what you'd cut: top-k tuning beyond a single 3-vs-10 comparison, and</a:t>
            </a:r>
          </a:p>
          <a:p>
            <a:r>
              <a:t>the Chroma-versus-Pinecone write-up. What I would not cut is citations, the</a:t>
            </a:r>
          </a:p>
          <a:p>
            <a:r>
              <a:t>no-answer handling, or the demo video - those are the parts that show the pipeline</a:t>
            </a:r>
          </a:p>
          <a:p>
            <a:r>
              <a:t>works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57400"/>
            <a:ext cx="12191695" cy="1920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A1A1A"/>
                </a:solidFill>
                <a:latin typeface="Segoe UI"/>
              </a:defRPr>
            </a:pPr>
            <a:r>
              <a:t>Ask My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4E79"/>
                </a:solidFill>
                <a:latin typeface="Segoe UI"/>
              </a:defRPr>
            </a:pPr>
            <a:r>
              <a:t>Project 2 · Week 1 review · Embeddings &amp; chunking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Segoe UI"/>
              </a:defRPr>
            </a:pPr>
            <a:r>
              <a:t>Week 1: Mon 21 – Sun 27 Sep 2026   |   Building the RAG pipeline manually, no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What I'm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A tool that answers questions about my own notes, using only passages retrieved from them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Five stages, each written by hand: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chunk → embed → store → retrieve → generate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No LangChain, no LlamaIndex — the brief asks for the pipeline built manually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Building it once by hand is what makes every future shortcut make sense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Week 1 delivers the first two stages, plus a working search with no database in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Repo: ask-my-docs · 4 commits · Python 3.12, local embedding model, no API key needed yet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QUESTION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One correction before I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The brief's dates are off by a week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It says the project starts Mon 14 Sep and is due Sun 4 Oct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Week 1 actually began Mon 21 Sep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Shifting each week forward by one: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Week 1 — 21–27 Sep · embeddings &amp; chunking  (this review)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Week 2 — 28 Sep–4 Oct · vector database &amp; retrieval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Week 3 — 5–11 Oct · generation, citations, submission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That puts the printed 4 Oct deadline at the end of Week 2 — I need a decision on which date 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Your brief says adjusting scope is easy in week 1 and hard on the final Sunday — hence raising it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MON–TUE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Embeddings: what I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Provider chosen: Sentence Transformers, all-MiniLM-L6-v2, 384 dimensions, running locally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Free, no API key, works offline after a one-time 90 MB download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Why local rather than the OpenAI API — and this is a project-management reason, not a technical one: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Wednesday needed the whole corpus re-embedded repeatedly to compare chunk sizes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Week 2 will do it again for top-k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Per-call billing makes you hesitate to re-run an experiment, and hesitation is what this project cannot afford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OpenAI embeddings are wired up behind one setting, so switching is a one-line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src/embedder.py — nothing else in the project knows which backend is 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MON–TUE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Embeddings: the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73936"/>
          <a:ext cx="1063721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4544"/>
                <a:gridCol w="2532670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cosine similarity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A1 vs A2  — sourdough / loaf from scratch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0.6178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A1 vs A3  — sourdough / weekend baking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0.6082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A2 vs A3  — loaf from scratch / weekend baking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0.6254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B1 vs B2  — tax deadline / Saturn's moons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-0.0190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B1 vs B3  — tax deadline / router reboot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0.1112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B2 vs B3  — Saturn's moons / router reboot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Group A average (related)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0.6172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Group B average (unrelated)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0.0310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Cosine similarity written by hand in src/similarity.py — dot product ÷ both magnitudes, no library shortcut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MON–TUE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The result that reframed my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56816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4E79"/>
                </a:solidFill>
                <a:latin typeface="Segoe UI"/>
              </a:defRPr>
            </a:pPr>
            <a:r>
              <a:t>0.62, not 0.95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08376"/>
            <a:ext cx="106372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Related sentences scored 0.617. I expected "similar" to mean "close to 1.0".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What makes 0.617 meaningful is the 0.031 baseline sitting underneath it.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A sensible-looking filter — "keep anything above 0.8" — would have discarded every correct match.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So: rank candidates against each other. Never filter on a threshold that feels right.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These scores are only comparable within one model. Change the model and every number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MON–TUE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What an embedding is — in my own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[ TO WRITE BEFORE PRESENTING ]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Your self-check asks me to explain this without using "vector" as a cop-out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Constraint I'm holding myself to: explainable to someone who has never seen the word</a:t>
            </a:r>
          </a:p>
          <a:p>
            <a:pPr>
              <a:defRPr sz="1000"/>
            </a:pP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Evidence I can draw on: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A 7-character input and a 196-character input both produce exactly 384 numbers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Two sentences with no shared keywords scored 0.62 against each other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The numbers mean nothing on their own — only their positions relative to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Deliberately left blank — this one has to be mine, or it will not survive your follow-up question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WED–THU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Chunking: what I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src/loader.py — reads .md, .txt and .pdf from a folder, including subfolders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PDFs become one document per page, so page numbers survive into citations later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One unreadable file warns by name and is skipped; it never aborts the run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src/chunker.py — fixed-size character windows with overlap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Cut points scan backwards a short distance for a paragraph break, then a sentence end, then any space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So chunks never split a word in half, and prefer to break between ideas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Each chunk carries its source, index, character offset and page — citations need all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Verified on an 11-page PDF: 11 pages → 11 documents → 21 chunks, cited as gen-ai-brochure.pdf#1 (p.2)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WED–THU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The failure that chunk tuning exists to prevent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73936"/>
          <a:ext cx="1063721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769"/>
                <a:gridCol w="1584266"/>
                <a:gridCol w="3621179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chunks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is the fact retrievable?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500 size / 0 overlap, hard cuts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NO CHUNK CONTAINS IT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500 / 0, softened boundaries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yes — 1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500 / 100, softened boundaries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yes — 1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A 73-character fact planted at chars 460–533 of a test document, straddling the 500 boundary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WED–THU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Chunk size and overlap: what each setting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73936"/>
          <a:ext cx="1063721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423"/>
                <a:gridCol w="1353827"/>
                <a:gridCol w="1353827"/>
                <a:gridCol w="1740635"/>
                <a:gridCol w="1160423"/>
                <a:gridCol w="1934039"/>
                <a:gridCol w="1934039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overlap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chunks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 len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stored chars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duplication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279.4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55,598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279.0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70,298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448.4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55,598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454.2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70,398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1.27x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727.5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69,838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1370.0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68,498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1.23x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Corpus: 7 markdown files, 55,598 characters — an interim stand-in, not my final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WED–THU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Why chunk size changes answer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One passage from a 15,500-character file, chunked three ways: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300 chars → one tight idea, nothing else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500 chars → that idea, plus the start of an unrelated table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1500 chars → the idea, the whole table, and two further sections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Small chunks match precisely but may drop the context the answer needs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Large chunks carry context along and dilute the match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One relevant sentence, averaged in with paragraphs of unrelated material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No universally correct value — it depends on how the notes are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Provisional: CHUNK_SIZE=500, CHUNK_OVERLAP=100 — held provisionally until Week 2 tests it with real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Friday: a search engine with no database in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Embedded every chunk and kept the results in a plain Python list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155 chunks · 384 numbers each · 59,520 numbers · 29.9s to embed on CPU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Each entry holds three things: the numbers, the chunk text, its source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Search is a for loop over the cosine similarity function from Monday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Embedding the question: ~27ms — a fixed cost, does not grow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Scanning all 155 chunks: ~15ms — this is the part that grows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Deliberately built before touching Chroma, so I know exactly which loop it replaces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A vector database stores the same three things — the only difference is how it searches them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What the database actually buys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56816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E7B3C"/>
                </a:solidFill>
                <a:latin typeface="Segoe UI"/>
              </a:defRPr>
            </a:pPr>
            <a:r>
              <a:t>It is less correct, and far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08376"/>
            <a:ext cx="106372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My for loop compares every chunk, so it cannot miss a match. It is exact by construction.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Chroma's index is approximate — it deliberately skips most comparisons.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It trades a small chance of missing a true match for search time that barely grows with corpus size.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Projected scan on my loop: 15ms now · 1.5s at 100x · 147s at 10,000x.</a:t>
            </a:r>
          </a:p>
          <a:p>
            <a:pPr>
              <a:spcAft>
                <a:spcPts val="1200"/>
              </a:spcAft>
              <a:defRPr sz="1700">
                <a:solidFill>
                  <a:srgbClr val="1A1A1A"/>
                </a:solidFill>
                <a:latin typeface="Segoe UI"/>
              </a:defRPr>
            </a:pPr>
            <a:r>
              <a:t>I had assumed "real database" meant "better". It means a different point on a speed/accuracy trade.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Testing a question with no answer in the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73936"/>
          <a:ext cx="1063721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607"/>
                <a:gridCol w="1636494"/>
                <a:gridCol w="3682112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matched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"What time does the corner shop close on Sundays?"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0.3386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a schedule containing "Sun Oct 4"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Lowest score from a legitimate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0.3655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a genuinely relevant passage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Margin between them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0.0269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≈ 20x narrower than Monday suggested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Monday's clean 0.617-vs-0.031 gap does not survive contact with a real corpus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Semantic search versus keyword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Question deliberately phrased to avoid the vocabulary of its own answer: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"Why would splitting a document in the wrong place lose information?"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Overlap between the two top-3 result lists: 0 of 3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Every keyword result tied at exactly 0.2857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It found the same shallow word-hit count everywhere and could not rank between them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Its ordering was arbitrary; the semantic scores were distinct and ordered</a:t>
            </a:r>
          </a:p>
          <a:p>
            <a:pPr>
              <a:spcAft>
                <a:spcPts val="1100"/>
              </a:spcAft>
              <a:defRPr sz="1900" b="0">
                <a:solidFill>
                  <a:srgbClr val="1A1A1A"/>
                </a:solidFill>
                <a:latin typeface="Segoe UI"/>
              </a:defRPr>
            </a:pPr>
            <a:r>
              <a:t>•  Honest limit: disagreeing proves they rank differently, not that one ranked better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Judging that means reading the chunks — worth redoing on my own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The keyword baseline exists for contrast only — it is not part of the pipeline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FRI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Two bugs found by actually running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A single → character crashed the script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The Windows console defaults to cp1252 and cannot encode arrows, em dashes or curly quotes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The chunking was correct — the crash came from trying to display the result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Fixed by switching output to UTF-8 with a replacement character as fallback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This would have hit my own notes on the very first run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An infinite-loop risk in the boundary softener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Cutting backwards for a natural break could return a point before the overlap ended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Guarded, then verified on a 2,000-character string containing no whitespace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Also verified: overlap ≥ chunk size rejected · missing folder · empty folder · whitespace-only chunks dropped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Where Week 1 actually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73936"/>
          <a:ext cx="1063721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1476"/>
                <a:gridCol w="3545738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Embeddings generated, dimensionality shown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Similar vs unrelated cosine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done — 0.617 vs 0.031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Chunking, fixed size with overlap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Chunk size / overlap experiments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done on interim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Every chunk embedded and held in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done — 155 chunks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5–10 of my own notes in sample-notes/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OUTSTANDING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"What an embedding is" in my own words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OUTSTANDING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"Why splitting matters" in my own words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OUTSTANDING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Segoe UI"/>
                        </a:defRPr>
                      </a:pPr>
                      <a:r>
                        <a:t>"What semantic search means" in my own words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2D2D"/>
                          </a:solidFill>
                          <a:latin typeface="Consolas"/>
                        </a:defRPr>
                      </a:pPr>
                      <a:r>
                        <a:t>OUTSTANDING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All four outstanding items are mine to write — no blockers on anyone else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E79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86384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egoe UI"/>
              </a:defRPr>
            </a:pPr>
            <a:r>
              <a:t>Week 2 plan, and what I need from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99616"/>
            <a:ext cx="10637215" cy="19050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73936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Mon–Tue — index the chunks into Chroma, configured for cosine distance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The L2 default would rank differently from everything measured this week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Wed–Thu — retrieval: embed the question, return top-k with scores, compare k of 3, 5, 10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Fri — log every retrieval to a file, and compare Chroma against one alternative</a:t>
            </a:r>
          </a:p>
          <a:p>
            <a:pPr>
              <a:spcAft>
                <a:spcPts val="1100"/>
              </a:spcAft>
              <a:defRPr sz="1900" b="1">
                <a:solidFill>
                  <a:srgbClr val="1A1A1A"/>
                </a:solidFill>
                <a:latin typeface="Segoe UI"/>
              </a:defRPr>
            </a:pPr>
            <a:r>
              <a:t>Two decisions I need from you: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Does the deadline stay 4 October, or move to 11 October with the corrected calendar?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666666"/>
                </a:solidFill>
                <a:latin typeface="Segoe UI"/>
              </a:defRPr>
            </a:pPr>
            <a:r>
              <a:t>–  Is there anything you would rather I cut if it stays at 4 October?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Segoe UI"/>
              </a:defRPr>
            </a:pPr>
            <a:r>
              <a:t>Widening the no-answer test is my first priority — Week 3's refusal behaviour depends on that 0.027 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