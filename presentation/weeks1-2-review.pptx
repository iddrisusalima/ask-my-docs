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line, roughly:</a:t>
            </a:r>
          </a:p>
          <a:p/>
          <a:p>
            <a:r>
              <a:t>"Week 1 was the groundwork - turning text into numbers, and cutting documents</a:t>
            </a:r>
          </a:p>
          <a:p>
            <a:r>
              <a:t>into pieces. Both are working. I also found three things that changed how I plan</a:t>
            </a:r>
          </a:p>
          <a:p>
            <a:r>
              <a:t>to build weeks 2 and 3."</a:t>
            </a:r>
          </a:p>
          <a:p/>
          <a:p>
            <a:r>
              <a:t>Then be upfront: "Four things are still outstanding, all mine to finish, and</a:t>
            </a:r>
          </a:p>
          <a:p>
            <a:r>
              <a:t>they're on the last slide."</a:t>
            </a:r>
          </a:p>
          <a:p/>
          <a:p>
            <a:r>
              <a:t>Saying that at the start rather than the end makes everything in between more</a:t>
            </a:r>
          </a:p>
          <a:p>
            <a:r>
              <a:t>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about 30 seconds. It is orientation, not content.</a:t>
            </a:r>
          </a:p>
          <a:p/>
          <a:p>
            <a:r>
              <a:t>If he asks why no framework: a framework would have done all of week 1 in about</a:t>
            </a:r>
          </a:p>
          <a:p>
            <a:r>
              <a:t>four lines and I would not be able to explain any of them. A week is the cost;</a:t>
            </a:r>
          </a:p>
          <a:p>
            <a:r>
              <a:t>understanding the four lines is the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this early. If he holds 4 October you lose a whole week, and you both need</a:t>
            </a:r>
          </a:p>
          <a:p>
            <a:r>
              <a:t>to know that at the start of the meeting, not the end.</a:t>
            </a:r>
          </a:p>
          <a:p/>
          <a:p>
            <a:r>
              <a:t>Have the answer ready for "what would you cut?": the optional extras go first -</a:t>
            </a:r>
          </a:p>
          <a:p>
            <a:r>
              <a:t>tuning top-k beyond a single comparison, and the Chroma-versus-Pinecone write-up.</a:t>
            </a:r>
          </a:p>
          <a:p>
            <a:r>
              <a:t>What I would not cut is citations, the no-answer handling, or the demo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pause here. "First week was the two stages that come before anything</a:t>
            </a:r>
          </a:p>
          <a:p>
            <a:r>
              <a:t>clever: turning text into numbers, and deciding how to cut documents up."</a:t>
            </a:r>
          </a:p>
          <a:p/>
          <a:p>
            <a:r>
              <a:t>Four slides in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your time on the highlighted row.</a:t>
            </a:r>
          </a:p>
          <a:p/>
          <a:p>
            <a:r>
              <a:t>"Those two sentences share no useful words at all. One says sourdough and</a:t>
            </a:r>
          </a:p>
          <a:p>
            <a:r>
              <a:t>weekend, the other says Saturdays and loaf from scratch. A keyword search scores</a:t>
            </a:r>
          </a:p>
          <a:p>
            <a:r>
              <a:t>that pair near zero. The model scored it 0.618, purely from meaning. That is the</a:t>
            </a:r>
          </a:p>
          <a:p>
            <a:r>
              <a:t>whole reason this project uses embeddings instead of search."</a:t>
            </a:r>
          </a:p>
          <a:p/>
          <a:p>
            <a:r>
              <a:t>Why a local model, if asked: Wednesday needed the whole corpus re-embedded</a:t>
            </a:r>
          </a:p>
          <a:p>
            <a:r>
              <a:t>repeatedly to compare chunk sizes. If I were paying per call I would have</a:t>
            </a:r>
          </a:p>
          <a:p>
            <a:r>
              <a:t>hesitated to re-run experiments, and that hesitation is the thing I most needed</a:t>
            </a:r>
          </a:p>
          <a:p>
            <a:r>
              <a:t>to avoid. OpenAI is wired up behind one setting if I want to compare later.</a:t>
            </a:r>
          </a:p>
          <a:p/>
          <a:p>
            <a:r>
              <a:t>Why hand-write cosine similarity: your brief says build manually, and I wanted to</a:t>
            </a:r>
          </a:p>
          <a:p>
            <a:r>
              <a:t>understand why you divide by the length of both - it cancels length out, so a</a:t>
            </a:r>
          </a:p>
          <a:p>
            <a:r>
              <a:t>short sentence and a long paragraph that mean the same thing still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DRAFT, NOT YOUR ANSWER. Read it, then say the same idea your way and</a:t>
            </a:r>
          </a:p>
          <a:p>
            <a:r>
              <a:t>replace the text. Ten minutes with it will do.</a:t>
            </a:r>
          </a:p>
          <a:p/>
          <a:p>
            <a:r>
              <a:t>Why it must be yours: your mentor's self-check asks you to explain an embedding</a:t>
            </a:r>
          </a:p>
          <a:p>
            <a:r>
              <a:t>without falling back on the word "vector", and he will ask a follow-up. The usual</a:t>
            </a:r>
          </a:p>
          <a:p>
            <a:r>
              <a:t>ones are "so what makes two things land near each other?" and "why 384 numbers?"</a:t>
            </a:r>
          </a:p>
          <a:p>
            <a:r>
              <a:t>Wording you did not write is exactly where those questions land badly.</a:t>
            </a:r>
          </a:p>
          <a:p/>
          <a:p>
            <a:r>
              <a:t>Answers worth having ready:</a:t>
            </a:r>
          </a:p>
          <a:p>
            <a:r>
              <a:t>- What makes them land near each other? The model was trained on huge amounts of</a:t>
            </a:r>
          </a:p>
          <a:p>
            <a:r>
              <a:t>  text and learned which words and phrases turn up in similar situations. Nobody</a:t>
            </a:r>
          </a:p>
          <a:p>
            <a:r>
              <a:t>  programmed the positions.</a:t>
            </a:r>
          </a:p>
          <a:p>
            <a:r>
              <a:t>- Why 384? That is just the size this particular model outputs. A bigger model</a:t>
            </a:r>
          </a:p>
          <a:p>
            <a:r>
              <a:t>  uses more numbers and captures finer distinctions, at more cost. What matters is</a:t>
            </a:r>
          </a:p>
          <a:p>
            <a:r>
              <a:t>  that the count never changes with the length of the input.</a:t>
            </a:r>
          </a:p>
          <a:p>
            <a:r>
              <a:t>- Is it like a search index? No. A search index stores words. This stores a</a:t>
            </a:r>
          </a:p>
          <a:p>
            <a:r>
              <a:t>  position, so two passages can be close together with no words in common.</a:t>
            </a:r>
          </a:p>
          <a:p/>
          <a:p>
            <a:r>
              <a:t>If you have not rewritten it by the morning, say so honestly - "this is my</a:t>
            </a:r>
          </a:p>
          <a:p>
            <a:r>
              <a:t>current phrasing, I'm still tightening it" - and then demo the script. Showing</a:t>
            </a:r>
          </a:p>
          <a:p>
            <a:r>
              <a:t>the 0.618 score live proves the understanding better than a polished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of the week. Go slowly.</a:t>
            </a:r>
          </a:p>
          <a:p/>
          <a:p>
            <a:r>
              <a:t>Row 1: the sentence is in the document. It got split down the middle, so half is</a:t>
            </a:r>
          </a:p>
          <a:p>
            <a:r>
              <a:t>in one chunk and half in the next. Neither half is complete enough to match a</a:t>
            </a:r>
          </a:p>
          <a:p>
            <a:r>
              <a:t>question about it. So the fact is in my notes and my tool cannot find it - and</a:t>
            </a:r>
          </a:p>
          <a:p>
            <a:r>
              <a:t>nothing anywhere reports an error. The answers just quietly get worse.</a:t>
            </a:r>
          </a:p>
          <a:p/>
          <a:p>
            <a:r>
              <a:t>Then the subtle bit, which is the part worth knowing:</a:t>
            </a:r>
          </a:p>
          <a:p/>
          <a:p>
            <a:r>
              <a:t>Row 2 fixes it by luck. My splitter looks backwards for a sentence ending, and</a:t>
            </a:r>
          </a:p>
          <a:p>
            <a:r>
              <a:t>this time it found one before the fact. That only works when the text happens to</a:t>
            </a:r>
          </a:p>
          <a:p>
            <a:r>
              <a:t>have punctuation in the right place.</a:t>
            </a:r>
          </a:p>
          <a:p/>
          <a:p>
            <a:r>
              <a:t>Row 3 fixes it deliberately. Overlap does not depend on the text cooperating.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tradeoff in one sentence: small chunks match precisely but may leave out</a:t>
            </a:r>
          </a:p>
          <a:p>
            <a:r>
              <a:t>context the answer needs; big chunks carry their context along but dilute the</a:t>
            </a:r>
          </a:p>
          <a:p>
            <a:r>
              <a:t>match, because one relevant sentence gets averaged in with paragraphs of</a:t>
            </a:r>
          </a:p>
          <a:p>
            <a:r>
              <a:t>unrelated material.</a:t>
            </a:r>
          </a:p>
          <a:p/>
          <a:p>
            <a:r>
              <a:t>That is the answer to your self-check question about why chunk size affects</a:t>
            </a:r>
          </a:p>
          <a:p>
            <a:r>
              <a:t>quality.</a:t>
            </a:r>
          </a:p>
          <a:p/>
          <a:p>
            <a:r>
              <a:t>Say "provisional" out loud. 500 with 100 overlap is defensible from what I have -</a:t>
            </a:r>
          </a:p>
          <a:p>
            <a:r>
              <a:t>it held a complete thought without swallowing a whole table, and the overlap</a:t>
            </a:r>
          </a:p>
          <a:p>
            <a:r>
              <a:t>rescued the fact from the previous slide. But the only real test is whether</a:t>
            </a:r>
          </a:p>
          <a:p>
            <a:r>
              <a:t>answers are good, and that is next week. Every number I have so far is a stand-in</a:t>
            </a:r>
          </a:p>
          <a:p>
            <a:r>
              <a:t>for that.</a:t>
            </a:r>
          </a:p>
          <a:p/>
          <a:p>
            <a:r>
              <a:t>If asked about cost: the overlap means I store about 1.26 times my actual text,</a:t>
            </a:r>
          </a:p>
          <a:p>
            <a:r>
              <a:t>because a quarter of what I save is a second copy. Irrelevant at this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answer to "do I understand how a vector database finds similar</a:t>
            </a:r>
          </a:p>
          <a:p>
            <a:r>
              <a:t>chunks". Most people answer by naming the algorithm. Answering by explaining that</a:t>
            </a:r>
          </a:p>
          <a:p>
            <a:r>
              <a:t>the database is less accurate than brute force shows you actually understand what</a:t>
            </a:r>
          </a:p>
          <a:p>
            <a:r>
              <a:t>it does.</a:t>
            </a:r>
          </a:p>
          <a:p/>
          <a:p>
            <a:r>
              <a:t>Add: at 155 chunks my loop takes 15 milliseconds, so the database buys me nothing</a:t>
            </a:r>
          </a:p>
          <a:p>
            <a:r>
              <a:t>on speed today. What it does buy me is that the index survives restarting - right</a:t>
            </a:r>
          </a:p>
          <a:p>
            <a:r>
              <a:t>now every run re-embeds everything first, which takes 30 seconds before I can ask</a:t>
            </a:r>
          </a:p>
          <a:p>
            <a:r>
              <a:t>anything.</a:t>
            </a:r>
          </a:p>
          <a:p/>
          <a:p>
            <a:r>
              <a:t>That is a better reason to adopt it than speed, and it is the honest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answer to the self-check item about handling a question with no good</a:t>
            </a:r>
          </a:p>
          <a:p>
            <a:r>
              <a:t>answer, and it is the most useful thing I found all week.</a:t>
            </a:r>
          </a:p>
          <a:p/>
          <a:p>
            <a:r>
              <a:t>Two points.</a:t>
            </a:r>
          </a:p>
          <a:p/>
          <a:p>
            <a:r>
              <a:t>First, the search always returns results. There is no such thing as "no match" -</a:t>
            </a:r>
          </a:p>
          <a:p>
            <a:r>
              <a:t>it hands back the closest five whatever you ask.</a:t>
            </a:r>
          </a:p>
          <a:p/>
          <a:p>
            <a:r>
              <a:t>Second, the reason it scored 0.339: my question said Sundays, and the chunk it</a:t>
            </a:r>
          </a:p>
          <a:p>
            <a:r>
              <a:t>found contains "Sun Oct 4" from a schedule. The model is right that those are</a:t>
            </a:r>
          </a:p>
          <a:p>
            <a:r>
              <a:t>related in meaning. It has no idea whether being related actually answers the</a:t>
            </a:r>
          </a:p>
          <a:p>
            <a:r>
              <a:t>question.</a:t>
            </a:r>
          </a:p>
          <a:p/>
          <a:p>
            <a:r>
              <a:t>Now the conclusion. On Monday, related sentences scored 0.617 and unrelated ones</a:t>
            </a:r>
          </a:p>
          <a:p>
            <a:r>
              <a:t>0.031, so a cut-off looked easy. Against a real set of notes the usable gap is</a:t>
            </a:r>
          </a:p>
          <a:p>
            <a:r>
              <a:t>0.027 - twenty times narrower. With a few hundred chunks, something is always</a:t>
            </a:r>
          </a:p>
          <a:p>
            <a:r>
              <a:t>somewhat close to anything you ask. So I need two defences: a score cut-off, and</a:t>
            </a:r>
          </a:p>
          <a:p>
            <a:r>
              <a:t>a prompt that lets the model say it cannot find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"Week two replaced the list with a real database, and built the retrieval step.</a:t>
            </a:r>
          </a:p>
          <a:p>
            <a:r>
              <a:t>Three of the slides here resolve questions the first week left open."</a:t>
            </a:r>
          </a:p>
          <a:p/>
          <a:p>
            <a:r>
              <a:t>That framing is worth saying out loud - it shows the weeks connect rather than</a:t>
            </a:r>
          </a:p>
          <a:p>
            <a:r>
              <a:t>being two separate piles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framing: I did not adopt a database because my search was too slow. At</a:t>
            </a:r>
          </a:p>
          <a:p>
            <a:r>
              <a:t>171 chunks my loop took 15 milliseconds. I adopted it because the index persists,</a:t>
            </a:r>
          </a:p>
          <a:p>
            <a:r>
              <a:t>and because the brief asks for one.</a:t>
            </a:r>
          </a:p>
          <a:p/>
          <a:p>
            <a:r>
              <a:t>On the distance measure, if he asks: Chroma's default is squared L2. I measured</a:t>
            </a:r>
          </a:p>
          <a:p>
            <a:r>
              <a:t>it - for two unrelated directions it reports 2.0 where cosine reports 1.0. For my</a:t>
            </a:r>
          </a:p>
          <a:p>
            <a:r>
              <a:t>model both rank the same way, so nothing would have looked broken. It would only</a:t>
            </a:r>
          </a:p>
          <a:p>
            <a:r>
              <a:t>have bitten me later if I switched models. One line to remove the risk.</a:t>
            </a:r>
          </a:p>
          <a:p/>
          <a:p>
            <a:r>
              <a:t>On the model guard: this is the nastiest failure in the whole pipeline, because</a:t>
            </a:r>
          </a:p>
          <a:p>
            <a:r>
              <a:t>there is no symptom. Embeddings from two models are not comparable, but querying</a:t>
            </a:r>
          </a:p>
          <a:p>
            <a:r>
              <a:t>across them raises nothing - you just get well-formed, meaningless results. So the</a:t>
            </a:r>
          </a:p>
          <a:p>
            <a:r>
              <a:t>database records which model built it and refuses a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the loop on the Week 1 slide where I said the database would be less</a:t>
            </a:r>
          </a:p>
          <a:p>
            <a:r>
              <a:t>accurate than my loop.</a:t>
            </a:r>
          </a:p>
          <a:p/>
          <a:p>
            <a:r>
              <a:t>It agreed with my loop on every single result. But be careful how you present</a:t>
            </a:r>
          </a:p>
          <a:p>
            <a:r>
              <a:t>that, because it is not the win it looks like: at 171 chunks the graph it walks is</a:t>
            </a:r>
          </a:p>
          <a:p>
            <a:r>
              <a:t>small enough to reach the right answers anyway. The approximation only starts</a:t>
            </a:r>
          </a:p>
          <a:p>
            <a:r>
              <a:t>costing accuracy when the data is large enough that it has to skip meaningful</a:t>
            </a:r>
          </a:p>
          <a:p>
            <a:r>
              <a:t>parts. So this confirms I wired it up correctly - it does not prove approximate</a:t>
            </a:r>
          </a:p>
          <a:p>
            <a:r>
              <a:t>search is free.</a:t>
            </a:r>
          </a:p>
          <a:p/>
          <a:p>
            <a:r>
              <a:t>One more detail worth mentioning: the scores it returned matched my hand-written</a:t>
            </a:r>
          </a:p>
          <a:p>
            <a:r>
              <a:t>calculation to four decimal places - 0.6690, 0.6070, 0.5247 on the same chunks.</a:t>
            </a:r>
          </a:p>
          <a:p>
            <a:r>
              <a:t>Two independent implementations agreeing exactly is good evidence that neither my</a:t>
            </a:r>
          </a:p>
          <a:p>
            <a:r>
              <a:t>arithmetic nor my configuration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"more context versus more noise" tradeoff with numbers on it.</a:t>
            </a:r>
          </a:p>
          <a:p/>
          <a:p>
            <a:r>
              <a:t>Going from 3 to 10 costs 3.4 times the text for a 0.06 drop in average relevance.</a:t>
            </a:r>
          </a:p>
          <a:p/>
          <a:p>
            <a:r>
              <a:t>The wasted slots column is the interesting one, and it connects back to chunking.</a:t>
            </a:r>
          </a:p>
          <a:p>
            <a:r>
              <a:t>Because consecutive chunks overlap by 100 characters, sometimes two neighbours</a:t>
            </a:r>
          </a:p>
          <a:p>
            <a:r>
              <a:t>both come back for the same question - so I am sending the model the same text</a:t>
            </a:r>
          </a:p>
          <a:p>
            <a:r>
              <a:t>twice. At 10, nearly 3 of the 10 slots went on duplicates.</a:t>
            </a:r>
          </a:p>
          <a:p/>
          <a:p>
            <a:r>
              <a:t>Why 5 and not 3: at 3 I was pulling from only two and a half documents on average,</a:t>
            </a:r>
          </a:p>
          <a:p>
            <a:r>
              <a:t>which makes it too easy to miss a detail that fell just outside. 5 gets me three</a:t>
            </a:r>
          </a:p>
          <a:p>
            <a:r>
              <a:t>sources and about 2,200 characters, which is a comfortable prompt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I would most want to be asked about, because it is where I</a:t>
            </a:r>
          </a:p>
          <a:p>
            <a:r>
              <a:t>corrected my own mistake.</a:t>
            </a:r>
          </a:p>
          <a:p/>
          <a:p>
            <a:r>
              <a:t>Week 1 ended with "just ignore anything below a certain score". Week 2 tested it</a:t>
            </a:r>
          </a:p>
          <a:p>
            <a:r>
              <a:t>properly and it does not work. Read the 0.35 row: the bad question is finally</a:t>
            </a:r>
          </a:p>
          <a:p>
            <a:r>
              <a:t>silenced, but questions 2 and 3 drop to two passages. At 0.40 they return nothing</a:t>
            </a:r>
          </a:p>
          <a:p>
            <a:r>
              <a:t>at all, for questions my notes genuinely answer.</a:t>
            </a:r>
          </a:p>
          <a:p/>
          <a:p>
            <a:r>
              <a:t>Be honest about the process here: my first version of this test used only question</a:t>
            </a:r>
          </a:p>
          <a:p>
            <a:r>
              <a:t>1, which scores high on everything, and a 0.35 cut-off looked perfectly safe.</a:t>
            </a:r>
          </a:p>
          <a:p>
            <a:r>
              <a:t>Sweeping all four is what exposed the conflict. A test built around the best case</a:t>
            </a:r>
          </a:p>
          <a:p>
            <a:r>
              <a:t>is worse than no test, because it gives you false confidence.</a:t>
            </a:r>
          </a:p>
          <a:p/>
          <a:p>
            <a:r>
              <a:t>Why it happens: the scores are not comparable between questions. A question worded</a:t>
            </a:r>
          </a:p>
          <a:p>
            <a:r>
              <a:t>the way my notes are written scores high throughout; one worded differently scores</a:t>
            </a:r>
          </a:p>
          <a:p>
            <a:r>
              <a:t>low throughout, even when its best match is exactly right.</a:t>
            </a:r>
          </a:p>
          <a:p/>
          <a:p>
            <a:r>
              <a:t>So the cut-off ships switched off, and Week 3's prompt has to be the real defence -</a:t>
            </a:r>
          </a:p>
          <a:p>
            <a:r>
              <a:t>the model needs permission to say it cannot find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plainly, no softening.</a:t>
            </a:r>
          </a:p>
          <a:p/>
          <a:p>
            <a:r>
              <a:t>The stand-in dataset is the thing to own up to. My notes folder is still empty, so</a:t>
            </a:r>
          </a:p>
          <a:p>
            <a:r>
              <a:t>I measured against this project's own documentation. The numbers are real but they</a:t>
            </a:r>
          </a:p>
          <a:p>
            <a:r>
              <a:t>describe the wrong documents, and I know it - the chunk count drifted from 159 to</a:t>
            </a:r>
          </a:p>
          <a:p>
            <a:r>
              <a:t>171 during the week purely because I kept editing those files. Same code,</a:t>
            </a:r>
          </a:p>
          <a:p>
            <a:r>
              <a:t>different numbers. That is exactly why a fixed dataset matters, and it is my first</a:t>
            </a:r>
          </a:p>
          <a:p>
            <a:r>
              <a:t>job before Week 3.</a:t>
            </a:r>
          </a:p>
          <a:p/>
          <a:p>
            <a:r>
              <a:t>Then close on the deadline question from slide 3. "So the one thing I need from</a:t>
            </a:r>
          </a:p>
          <a:p>
            <a:r>
              <a:t>you is whether the deadline is 4 or 11 October." That makes the meeting useful</a:t>
            </a:r>
          </a:p>
          <a:p>
            <a:r>
              <a:t>rather than just a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6350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Ask My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AEC6D8"/>
                </a:solidFill>
                <a:latin typeface="Segoe UI"/>
              </a:defRPr>
            </a:pPr>
            <a:r>
              <a:t>Weeks 1 and 2 review — embeddings, chunking,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C97AB"/>
                </a:solidFill>
                <a:latin typeface="Segoe UI"/>
              </a:defRPr>
            </a:pPr>
            <a:r>
              <a:t>21 Sep – 4 Oct 2026     ·     A question-answering tool over my own notes, built without a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188720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1887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What the tool will do, and where I am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45775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Goal: ask questions about my own notes, answered only from those notes</a:t>
            </a:r>
          </a:p>
          <a:p>
            <a:pPr>
              <a:spcAft>
                <a:spcPts val="1500"/>
              </a:spcAft>
              <a:defRPr sz="2000" b="0">
                <a:solidFill>
                  <a:srgbClr val="1B1B1B"/>
                </a:solidFill>
                <a:latin typeface="Segoe UI"/>
              </a:defRPr>
            </a:pPr>
            <a:r>
              <a:t>•   Five stages, each written by hand:</a:t>
            </a:r>
          </a:p>
          <a:p>
            <a:pPr lvl="1">
              <a:spcAft>
                <a:spcPts val="1500"/>
              </a:spcAft>
              <a:defRPr sz="1700" b="0">
                <a:solidFill>
                  <a:srgbClr val="6B7280"/>
                </a:solidFill>
                <a:latin typeface="Segoe UI"/>
              </a:defRPr>
            </a:pPr>
            <a:r>
              <a:t>–   chunk   →   embed   →   store   →   retrieve   →   generate</a:t>
            </a:r>
          </a:p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Week 1 delivered the first two, plus a working search</a:t>
            </a:r>
          </a:p>
          <a:p>
            <a:pPr>
              <a:spcAft>
                <a:spcPts val="1500"/>
              </a:spcAft>
              <a:defRPr sz="2000" b="0">
                <a:solidFill>
                  <a:srgbClr val="1B1B1B"/>
                </a:solidFill>
                <a:latin typeface="Segoe UI"/>
              </a:defRPr>
            </a:pPr>
            <a:r>
              <a:t>•   No LangChain or LlamaIndex — your brief asks for it built manually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Repo: ask-my-docs  ·  4 commits  ·  Python, a free local embedding model, no API key needed yet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892807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892807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DECISION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One thing I need you to decide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45775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The brief's dates are a week out</a:t>
            </a:r>
          </a:p>
          <a:p>
            <a:pPr lvl="1">
              <a:spcAft>
                <a:spcPts val="1500"/>
              </a:spcAft>
              <a:defRPr sz="1700" b="0">
                <a:solidFill>
                  <a:srgbClr val="6B7280"/>
                </a:solidFill>
                <a:latin typeface="Segoe UI"/>
              </a:defRPr>
            </a:pPr>
            <a:r>
              <a:t>–   It says start Mon 14 Sep, deadline Sun 4 Oct</a:t>
            </a:r>
          </a:p>
          <a:p>
            <a:pPr lvl="1">
              <a:spcAft>
                <a:spcPts val="1500"/>
              </a:spcAft>
              <a:defRPr sz="1700" b="0">
                <a:solidFill>
                  <a:srgbClr val="6B7280"/>
                </a:solidFill>
                <a:latin typeface="Segoe UI"/>
              </a:defRPr>
            </a:pPr>
            <a:r>
              <a:t>–   I actually started Mon 21 Sep</a:t>
            </a:r>
          </a:p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So my weeks are 21–27 Sep, 28 Sep–4 Oct, 5–11 Oct</a:t>
            </a:r>
          </a:p>
          <a:p>
            <a:pPr>
              <a:spcAft>
                <a:spcPts val="1500"/>
              </a:spcAft>
              <a:defRPr sz="2000" b="0">
                <a:solidFill>
                  <a:srgbClr val="1B1B1B"/>
                </a:solidFill>
                <a:latin typeface="Segoe UI"/>
              </a:defRPr>
            </a:pPr>
            <a:r>
              <a:t>•   That puts your 4 Oct deadline at the end of my Week 2</a:t>
            </a:r>
          </a:p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Does the deadline move to 11 Oct, or stay at 4 Oct?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Your brief says adjusting scope is easy in week 1 and hard on the final Sunday — so I'm asking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1737360" cy="6350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8B84"/>
                </a:solidFill>
                <a:latin typeface="Segoe UI"/>
              </a:defRPr>
            </a:pPr>
            <a:r>
              <a:t>WEEK 1  ·  21–27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Embeddings and 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AEC6D8"/>
                </a:solidFill>
                <a:latin typeface="Segoe UI"/>
              </a:defRPr>
            </a:pPr>
            <a:r>
              <a:t>•   Turn text into something a computer can compare</a:t>
            </a:r>
          </a:p>
          <a:p>
            <a:pPr>
              <a:spcAft>
                <a:spcPts val="1100"/>
              </a:spcAft>
              <a:defRPr sz="1800">
                <a:solidFill>
                  <a:srgbClr val="AEC6D8"/>
                </a:solidFill>
                <a:latin typeface="Segoe UI"/>
              </a:defRPr>
            </a:pPr>
            <a:r>
              <a:t>•   Cut documents into pieces small enough to be useful</a:t>
            </a:r>
          </a:p>
          <a:p>
            <a:pPr>
              <a:spcAft>
                <a:spcPts val="1100"/>
              </a:spcAft>
              <a:defRPr sz="1800">
                <a:solidFill>
                  <a:srgbClr val="AEC6D8"/>
                </a:solidFill>
                <a:latin typeface="Segoe UI"/>
              </a:defRPr>
            </a:pPr>
            <a:r>
              <a:t>•   Search them, with no database involved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892807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892807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W1 ·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Embeddings: does this actually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146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I chose a free local model (all-MiniLM-L6-v2) so re-running experiments costs nothing.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131820"/>
          <a:ext cx="10545774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7055"/>
                <a:gridCol w="2008719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 compared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Three sentences that all mean "I bake at weekends"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0.617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Three sentences on unrelated topics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0.031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"sourdough every weekend" vs "Saturdays, a loaf from scratch"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0.618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The highlighted pair shares no useful words at all — a keyword search would score it near zero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892807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892807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W1 ·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What an embedding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545775" cy="384048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63500" cy="384048"/>
          </a:xfrm>
          <a:prstGeom prst="rect">
            <a:avLst/>
          </a:prstGeom>
          <a:solidFill>
            <a:srgbClr val="B56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865376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56E0C"/>
                </a:solidFill>
                <a:latin typeface="Segoe UI"/>
              </a:defRPr>
            </a:pPr>
            <a:r>
              <a:t>DRAFT — rewrite this in my own voice before presenting, then delete this strip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10545775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B1B1B"/>
                </a:solidFill>
                <a:latin typeface="Segoe UI"/>
              </a:defRPr>
            </a:pPr>
            <a:r>
              <a:t>An embedding is what you get when a model reads text and turns it into a position on a map of meaning.</a:t>
            </a:r>
          </a:p>
          <a:p>
            <a:pPr>
              <a:spcAft>
                <a:spcPts val="1600"/>
              </a:spcAft>
              <a:defRPr sz="2000">
                <a:solidFill>
                  <a:srgbClr val="1B1B1B"/>
                </a:solidFill>
                <a:latin typeface="Segoe UI"/>
              </a:defRPr>
            </a:pPr>
            <a:r>
              <a:t>Text that means similar things lands in nearby positions, even when the actual words are completely different.</a:t>
            </a:r>
          </a:p>
          <a:p>
            <a:pPr>
              <a:spcAft>
                <a:spcPts val="1600"/>
              </a:spcAft>
              <a:defRPr sz="2000">
                <a:solidFill>
                  <a:srgbClr val="1B1B1B"/>
                </a:solidFill>
                <a:latin typeface="Segoe UI"/>
              </a:defRPr>
            </a:pPr>
            <a:r>
              <a:t>The model worked out the layout of that map during training, so nobody chose what each number stands for — and one number on its own tells you nothing.</a:t>
            </a:r>
          </a:p>
          <a:p>
            <a:pPr>
              <a:spcAft>
                <a:spcPts val="1600"/>
              </a:spcAft>
              <a:defRPr sz="2000">
                <a:solidFill>
                  <a:srgbClr val="1B1B1B"/>
                </a:solidFill>
                <a:latin typeface="Segoe UI"/>
              </a:defRPr>
            </a:pPr>
            <a:r>
              <a:t>What carries the information is how close two pieces of text end up to each 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Evidence: 7 characters and 196 characters both produce exactly 384 numbers; two sentences with no shared words scored 0.618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691639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691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W1 ·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Why chunking needs care: a fact that vanished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146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I hid one sentence so that a 500-character cut would land in the middle of it.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131820"/>
          <a:ext cx="10545775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465"/>
                <a:gridCol w="421831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I cut the document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can the fact be found?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500 characters, no overlap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NO — it is in no chunk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500 characters, cut at sentence ends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yes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500 characters, with 100 overlapping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yes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Overlap means each chunk repeats the last 100 characters of the one before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691639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691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W1 ·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Picking a chunk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146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Same document, cut three ways. Small chunks are precise; big chunks drag in clutter.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131820"/>
          <a:ext cx="10545773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071"/>
                <a:gridCol w="1834047"/>
                <a:gridCol w="5960655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chunk size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chunks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one chunk held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300 characters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199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one idea, nothing else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500 characters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155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one idea + start of a table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1500 characters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the idea, a whole table, 2 more sections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My choice for now: 500 characters with 100 overlap — provisional until Week 2 tests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8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490472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490472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W1 ·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I built search with no database at 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545775" cy="9601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63500" cy="9601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75104"/>
            <a:ext cx="100885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8B84"/>
                </a:solidFill>
                <a:latin typeface="Segoe UI"/>
              </a:defRPr>
            </a:pPr>
            <a:r>
              <a:t>The database is less accurate than my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054577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B1B1B"/>
                </a:solidFill>
                <a:latin typeface="Segoe UI"/>
              </a:defRPr>
            </a:pPr>
            <a:r>
              <a:t>I embedded all 155 chunks into a plain Python list and searched it with a loop.</a:t>
            </a:r>
          </a:p>
          <a:p>
            <a:pPr>
              <a:spcAft>
                <a:spcPts val="1400"/>
              </a:spcAft>
              <a:defRPr sz="1800">
                <a:solidFill>
                  <a:srgbClr val="1B1B1B"/>
                </a:solidFill>
                <a:latin typeface="Segoe UI"/>
              </a:defRPr>
            </a:pPr>
            <a:r>
              <a:t>My loop compares every chunk, so it cannot miss a match. It is exact.</a:t>
            </a:r>
          </a:p>
          <a:p>
            <a:pPr>
              <a:spcAft>
                <a:spcPts val="1400"/>
              </a:spcAft>
              <a:defRPr sz="1800">
                <a:solidFill>
                  <a:srgbClr val="1B1B1B"/>
                </a:solidFill>
                <a:latin typeface="Segoe UI"/>
              </a:defRPr>
            </a:pPr>
            <a:r>
              <a:t>Chroma, which I add next week, deliberately skips most comparisons.</a:t>
            </a:r>
          </a:p>
          <a:p>
            <a:pPr>
              <a:spcAft>
                <a:spcPts val="1400"/>
              </a:spcAft>
              <a:defRPr sz="1800">
                <a:solidFill>
                  <a:srgbClr val="1B1B1B"/>
                </a:solidFill>
                <a:latin typeface="Segoe UI"/>
              </a:defRPr>
            </a:pPr>
            <a:r>
              <a:t>It trades a small chance of missing a match for speed that holds up as notes grow.</a:t>
            </a:r>
          </a:p>
          <a:p>
            <a:pPr>
              <a:spcAft>
                <a:spcPts val="1400"/>
              </a:spcAft>
              <a:defRPr sz="1800">
                <a:solidFill>
                  <a:srgbClr val="1B1B1B"/>
                </a:solidFill>
                <a:latin typeface="Segoe UI"/>
              </a:defRPr>
            </a:pPr>
            <a:r>
              <a:t>I assumed a real database meant better. It means faster, and slightly less reliable.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9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792224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7922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W1 · EDGE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Asking a question my notes cannot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146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The search still returned five chunks. It always returns something.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131820"/>
          <a:ext cx="10545774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4876"/>
                <a:gridCol w="2510898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 asked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score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"What time does the corner shop close on Sundays?"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0.339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The weakest score from a real, answerable question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0.366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Gap between them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0.027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So cutting off low scores is necessary but not enough — Week 3's prompt must also allow "I don't know"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1737360" cy="6350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8B84"/>
                </a:solidFill>
                <a:latin typeface="Segoe UI"/>
              </a:defRPr>
            </a:pPr>
            <a:r>
              <a:t>WEEK 2  ·  28 SEPTEMBER – 4 OCTOBER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Vector database and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AEC6D8"/>
                </a:solidFill>
                <a:latin typeface="Segoe UI"/>
              </a:defRPr>
            </a:pPr>
            <a:r>
              <a:t>•   Swap my Python list for a real database that survives restarts</a:t>
            </a:r>
          </a:p>
          <a:p>
            <a:pPr>
              <a:spcAft>
                <a:spcPts val="1100"/>
              </a:spcAft>
              <a:defRPr sz="1800">
                <a:solidFill>
                  <a:srgbClr val="AEC6D8"/>
                </a:solidFill>
                <a:latin typeface="Segoe UI"/>
              </a:defRPr>
            </a:pPr>
            <a:r>
              <a:t>•   Turn a question into the passages that answer it</a:t>
            </a:r>
          </a:p>
          <a:p>
            <a:pPr>
              <a:spcAft>
                <a:spcPts val="1100"/>
              </a:spcAft>
              <a:defRPr sz="1800">
                <a:solidFill>
                  <a:srgbClr val="AEC6D8"/>
                </a:solidFill>
                <a:latin typeface="Segoe UI"/>
              </a:defRPr>
            </a:pPr>
            <a:r>
              <a:t>•   Decide how many passages to fetch — by measuring, not guessing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691639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691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W2 ·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What the database actually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45775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171 chunks now live in a local database on disk, not in memory</a:t>
            </a:r>
          </a:p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The real win is not speed — it is that the index survives restarting</a:t>
            </a:r>
          </a:p>
          <a:p>
            <a:pPr lvl="1">
              <a:spcAft>
                <a:spcPts val="1500"/>
              </a:spcAft>
              <a:defRPr sz="1700" b="0">
                <a:solidFill>
                  <a:srgbClr val="6B7280"/>
                </a:solidFill>
                <a:latin typeface="Segoe UI"/>
              </a:defRPr>
            </a:pPr>
            <a:r>
              <a:t>–   Before: every run re-embedded all my notes first, about a minute of waiting</a:t>
            </a:r>
          </a:p>
          <a:p>
            <a:pPr lvl="1">
              <a:spcAft>
                <a:spcPts val="1500"/>
              </a:spcAft>
              <a:defRPr sz="1700" b="0">
                <a:solidFill>
                  <a:srgbClr val="6B7280"/>
                </a:solidFill>
                <a:latin typeface="Segoe UI"/>
              </a:defRPr>
            </a:pPr>
            <a:r>
              <a:t>–   Now: that cost is paid once, when my notes change</a:t>
            </a:r>
          </a:p>
          <a:p>
            <a:pPr>
              <a:spcAft>
                <a:spcPts val="1500"/>
              </a:spcAft>
              <a:defRPr sz="2000" b="1">
                <a:solidFill>
                  <a:srgbClr val="0F2A44"/>
                </a:solidFill>
                <a:latin typeface="Segoe UI"/>
              </a:defRPr>
            </a:pPr>
            <a:r>
              <a:t>I had to set the distance measure by hand</a:t>
            </a:r>
          </a:p>
          <a:p>
            <a:pPr lvl="1">
              <a:spcAft>
                <a:spcPts val="1500"/>
              </a:spcAft>
              <a:defRPr sz="1700" b="0">
                <a:solidFill>
                  <a:srgbClr val="6B7280"/>
                </a:solidFill>
                <a:latin typeface="Segoe UI"/>
              </a:defRPr>
            </a:pPr>
            <a:r>
              <a:t>–   Chroma defaults to a different one that would not match Week 1's scores</a:t>
            </a:r>
          </a:p>
          <a:p>
            <a:pPr>
              <a:spcAft>
                <a:spcPts val="1500"/>
              </a:spcAft>
              <a:defRPr sz="2000" b="0">
                <a:solidFill>
                  <a:srgbClr val="1B1B1B"/>
                </a:solidFill>
                <a:latin typeface="Segoe UI"/>
              </a:defRPr>
            </a:pPr>
            <a:r>
              <a:t>•   It also refuses to answer if the notes were indexed by a different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That last guard matters: querying with the wrong model returns confident nonsense and no error at 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691639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691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W2 ·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Does the shortcut cost accuracy? I measured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921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Week 1 said the database would be approximate. This is the check.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369564"/>
          <a:ext cx="10545773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6252"/>
                <a:gridCol w="1694856"/>
                <a:gridCol w="2071491"/>
                <a:gridCol w="1883174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question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my Week 1 loop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same answers?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"Why does overlap matter?"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11.6ms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13.1ms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 of 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"How many results should I fetch?"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3.5ms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14.9ms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 of 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100% agreement — but expected at this size, not proof that the shortcut is free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490472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490472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W2 ·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How many passages should I fetch?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146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Averaged over four questions. "Wasted slots" are neighbouring chunks returned twice.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131820"/>
          <a:ext cx="10545773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901"/>
                <a:gridCol w="2952816"/>
                <a:gridCol w="2530986"/>
                <a:gridCol w="232007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chunks fetched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average relevance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text sent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wasted slots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0.4296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1,380 chars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0.4034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2,211 chars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0.5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0.3681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4,636 chars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2.8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I chose 5 — still provisional until I test real answer quality in Week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1892807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892807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W2 ·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The idea that did not survive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63724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Week 1 suggested ignoring low scores. Numbers are passages kept per question.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894076"/>
          <a:ext cx="1054577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160"/>
                <a:gridCol w="1346269"/>
                <a:gridCol w="1346269"/>
                <a:gridCol w="1346269"/>
                <a:gridCol w="1346269"/>
                <a:gridCol w="2692538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cut-off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Q1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Q2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Q3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Q4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bad question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0.35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0.40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The cut-off that silences the bad question also strips real answers from Q2 and Q3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"/>
              </a:defRPr>
            </a:pPr>
            <a:r>
              <a:t>Ask My Docs  ·  Weeks 1–2   ·  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66928"/>
            <a:ext cx="987552" cy="256032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987552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2A44"/>
                </a:solidFill>
                <a:latin typeface="Segoe UI"/>
              </a:defRPr>
            </a:pPr>
            <a:r>
              <a:t>Where I stand after two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73352"/>
            <a:ext cx="1371600" cy="38100"/>
          </a:xfrm>
          <a:prstGeom prst="rect">
            <a:avLst/>
          </a:prstGeom>
          <a:solidFill>
            <a:srgbClr val="1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686052"/>
            <a:ext cx="9174175" cy="127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88236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  <a:latin typeface="Segoe UI"/>
              </a:defRPr>
            </a:pPr>
            <a:r>
              <a:t>Everything measured so far describes a stand-in dataset, not my own notes.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418588"/>
          <a:ext cx="10545774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018"/>
                <a:gridCol w="2697756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item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Embeddings, similarity, chunking with overlap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done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Chunk size and top-k chosen from measurements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done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Real database, retrieval, results logged to file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done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Add 5–10 of my own notes as the test set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STILL TO DO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Segoe UI"/>
                        </a:defRPr>
                      </a:pPr>
                      <a:r>
                        <a:t>Write my explanations in my own words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56E0C"/>
                          </a:solidFill>
                          <a:latin typeface="Consolas"/>
                        </a:defRPr>
                      </a:pPr>
                      <a:r>
                        <a:t>STILL TO DO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4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Segoe UI"/>
                        </a:defRPr>
                      </a:pPr>
                      <a:r>
                        <a:t>Week 3: generate answers, cite sources, README, video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B1B1B"/>
                          </a:solidFill>
                          <a:latin typeface="Consolas"/>
                        </a:defRPr>
                      </a:pPr>
                      <a:r>
                        <a:t>to come</a:t>
                      </a:r>
                    </a:p>
                  </a:txBody>
                  <a:tcPr anchor="ctr" marL="146304" marR="1463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8168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Segoe UI"/>
              </a:defRPr>
            </a:pPr>
            <a:r>
              <a:t>Outstanding items are mine — and I still need your answer on the deadline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